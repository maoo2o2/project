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37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04. Value — 6つの学びタイプ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88620" y="960120"/>
            <a:ext cx="1280160" cy="30175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54380" y="1234440"/>
            <a:ext cx="548640" cy="548640"/>
          </a:xfrm>
          <a:prstGeom prst="ellipse">
            <a:avLst/>
          </a:prstGeom>
          <a:solidFill>
            <a:srgbClr val="48BB7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3716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434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教科横断型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34340" y="2240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目の前で、教科を体感する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61772" y="2651760"/>
            <a:ext cx="1133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料理に紐づく理科・算数・社会の知識を、食卓の実物で自然に学ぶ。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805940" y="960120"/>
            <a:ext cx="1280160" cy="30175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171700" y="1234440"/>
            <a:ext cx="548640" cy="548640"/>
          </a:xfrm>
          <a:prstGeom prst="ellipse">
            <a:avLst/>
          </a:prstGeom>
          <a:solidFill>
            <a:srgbClr val="4A556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860" y="13716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5166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探究型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851660" y="2240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「なぜ？」を深掘りする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879092" y="2651760"/>
            <a:ext cx="1133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問いかけから仮説・観察・発見のサイクルを回し、考える力を育てる。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3223260" y="960120"/>
            <a:ext cx="1280160" cy="30175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589020" y="1234440"/>
            <a:ext cx="548640" cy="548640"/>
          </a:xfrm>
          <a:prstGeom prst="ellipse">
            <a:avLst/>
          </a:prstGeom>
          <a:solidFill>
            <a:srgbClr val="ECC94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180" y="13716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6898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社会接続型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268980" y="2240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食から、世界とつながる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3296412" y="2651760"/>
            <a:ext cx="1133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産地・流通・環境問題。食材を入口に社会の仕組みと自分の関係を知る。</a:t>
            </a:r>
            <a:endParaRPr lang="en-US" sz="700" dirty="0"/>
          </a:p>
        </p:txBody>
      </p:sp>
      <p:sp>
        <p:nvSpPr>
          <p:cNvPr id="21" name="Shape 16"/>
          <p:cNvSpPr/>
          <p:nvPr/>
        </p:nvSpPr>
        <p:spPr>
          <a:xfrm>
            <a:off x="4640580" y="960120"/>
            <a:ext cx="1280160" cy="30175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006340" y="1234440"/>
            <a:ext cx="548640" cy="548640"/>
          </a:xfrm>
          <a:prstGeom prst="ellipse">
            <a:avLst/>
          </a:prstGeom>
          <a:solidFill>
            <a:srgbClr val="38B2A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37160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68630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生活習慣型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686300" y="2240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暮らしの知恵を身につける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4713732" y="2651760"/>
            <a:ext cx="1133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配膳・片付け・衛生・段取り。毎日の食卓で生活スキルが自然に育つ。</a:t>
            </a:r>
            <a:endParaRPr lang="en-US" sz="700" dirty="0"/>
          </a:p>
        </p:txBody>
      </p:sp>
      <p:sp>
        <p:nvSpPr>
          <p:cNvPr id="27" name="Shape 21"/>
          <p:cNvSpPr/>
          <p:nvPr/>
        </p:nvSpPr>
        <p:spPr>
          <a:xfrm>
            <a:off x="6057900" y="960120"/>
            <a:ext cx="1280160" cy="30175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23660" y="1234440"/>
            <a:ext cx="548640" cy="548640"/>
          </a:xfrm>
          <a:prstGeom prst="ellipse">
            <a:avLst/>
          </a:prstGeom>
          <a:solidFill>
            <a:srgbClr val="ED8936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1371600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10362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情緒・対話型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6103620" y="2240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気持ちを言葉にする</a:t>
            </a:r>
            <a:endParaRPr lang="en-US" sz="750" dirty="0"/>
          </a:p>
        </p:txBody>
      </p:sp>
      <p:sp>
        <p:nvSpPr>
          <p:cNvPr id="32" name="Text 25"/>
          <p:cNvSpPr/>
          <p:nvPr/>
        </p:nvSpPr>
        <p:spPr>
          <a:xfrm>
            <a:off x="6131052" y="2651760"/>
            <a:ext cx="1133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「おいしい」の先の感情を表現する練習。家族との対話で心が育つ。</a:t>
            </a:r>
            <a:endParaRPr lang="en-US" sz="700" dirty="0"/>
          </a:p>
        </p:txBody>
      </p:sp>
      <p:sp>
        <p:nvSpPr>
          <p:cNvPr id="33" name="Shape 26"/>
          <p:cNvSpPr/>
          <p:nvPr/>
        </p:nvSpPr>
        <p:spPr>
          <a:xfrm>
            <a:off x="7475220" y="960120"/>
            <a:ext cx="1280160" cy="30175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840980" y="1234440"/>
            <a:ext cx="548640" cy="548640"/>
          </a:xfrm>
          <a:prstGeom prst="ellipse">
            <a:avLst/>
          </a:prstGeom>
          <a:solidFill>
            <a:srgbClr val="9F7AEA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8140" y="137160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52094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自尊心型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7520940" y="2240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家族に貢献する喜び</a:t>
            </a:r>
            <a:endParaRPr lang="en-US" sz="750" dirty="0"/>
          </a:p>
        </p:txBody>
      </p:sp>
      <p:sp>
        <p:nvSpPr>
          <p:cNvPr id="38" name="Text 30"/>
          <p:cNvSpPr/>
          <p:nvPr/>
        </p:nvSpPr>
        <p:spPr>
          <a:xfrm>
            <a:off x="7548372" y="2651760"/>
            <a:ext cx="1133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「明日これやってみない？」で役割を得る。自分が必要とされる実感。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おうちラボ 6つの学びタイプ</dc:title>
  <dc:subject>PptxGenJS Presentation</dc:subject>
  <dc:creator>おうちラボ</dc:creator>
  <cp:lastModifiedBy>おうちラボ</cp:lastModifiedBy>
  <cp:revision>1</cp:revision>
  <dcterms:created xsi:type="dcterms:W3CDTF">2026-03-13T02:37:13Z</dcterms:created>
  <dcterms:modified xsi:type="dcterms:W3CDTF">2026-03-13T02:37:13Z</dcterms:modified>
</cp:coreProperties>
</file>