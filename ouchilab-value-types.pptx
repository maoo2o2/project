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04. Value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2926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1417320"/>
            <a:ext cx="640080" cy="640080"/>
          </a:xfrm>
          <a:prstGeom prst="ellipse">
            <a:avLst/>
          </a:prstGeom>
          <a:solidFill>
            <a:srgbClr val="48BB7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15773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教科横断型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560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目の前に、すぐ教われる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4360" y="29260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目の前の料理に紐づく教科知識を自然に引き出す。理科・算数・家庭科など横断的な学び。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560320" y="1097280"/>
            <a:ext cx="1920240" cy="2926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1417320"/>
            <a:ext cx="640080" cy="640080"/>
          </a:xfrm>
          <a:prstGeom prst="ellipse">
            <a:avLst/>
          </a:prstGeom>
          <a:solidFill>
            <a:srgbClr val="4A556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420" y="15773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5176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探究型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651760" y="2560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「つまり？」を深掘りする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2697480" y="29260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「なぜ？」「どうなる？」を深掘りし、子どもの好奇心から探究のサイクルを回す。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663440" y="1097280"/>
            <a:ext cx="1920240" cy="2926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303520" y="1417320"/>
            <a:ext cx="640080" cy="640080"/>
          </a:xfrm>
          <a:prstGeom prst="ellipse">
            <a:avLst/>
          </a:prstGeom>
          <a:solidFill>
            <a:srgbClr val="ECC94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540" y="15773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5488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社会接続型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754880" y="2560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食から、社会とつながる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4800600" y="29260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食材の産地・流通・社会課題との接続。食卓から世界を広げる視点を育む。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6766560" y="1097280"/>
            <a:ext cx="1920240" cy="2926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406640" y="1417320"/>
            <a:ext cx="640080" cy="640080"/>
          </a:xfrm>
          <a:prstGeom prst="ellipse">
            <a:avLst/>
          </a:prstGeom>
          <a:solidFill>
            <a:srgbClr val="A0AEC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660" y="15773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5800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自尊心型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858000" y="2560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家族に貢献する喜び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903720" y="29260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「明日これやってみない？」と役割を提案。自分で家族に貢献できる実感を育てる。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おうちラボ Value</dc:title>
  <dc:subject>PptxGenJS Presentation</dc:subject>
  <dc:creator>おうちラボ</dc:creator>
  <cp:lastModifiedBy>おうちラボ</cp:lastModifiedBy>
  <cp:revision>1</cp:revision>
  <dcterms:created xsi:type="dcterms:W3CDTF">2026-03-13T02:14:37Z</dcterms:created>
  <dcterms:modified xsi:type="dcterms:W3CDTF">2026-03-13T02:14:37Z</dcterms:modified>
</cp:coreProperties>
</file>